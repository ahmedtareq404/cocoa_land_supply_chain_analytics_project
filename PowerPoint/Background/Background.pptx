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B3"/>
    <a:srgbClr val="FFE8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3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5A48-C4CB-44AB-87AC-D4AD4D468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C899C-5F10-7D46-84B6-1DEC1CA70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5B33B-D104-349D-0746-7BF492585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25650-F507-10B2-9572-7D8D94B1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1CBF4-E850-4A4F-C121-5CCA09A6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97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4524-F72E-E4EE-707A-0A15B26D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C75A2-D109-1D84-73E1-C9C7CEB34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7E3B9-4566-BDB2-5699-7B568382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4220E-493A-45D1-9418-08503EEB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7327E-B79E-D222-3001-B4E7D979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0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A402-008B-7ED0-F0AF-6A59FD60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FE0A7-685C-07AE-618A-FA775AAA2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69AA6-D313-64E1-0FCB-C285ECCA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39CB1-1230-EEAA-4181-7E3288A3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AE142-8263-711F-62E4-E90551B4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1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21CF-963B-4F20-434A-6D35C9DF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4BF91-83F1-742E-2602-9D2AA7F87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AD083-274F-86B2-3312-1F9A362CE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B20FC-C54E-50BA-416B-62C42907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A4FE0-7D7A-6493-B1B6-1F0A87C37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F6CAA-D32C-4F63-4409-2B7DE1D8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85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0754E-5198-1D69-BC19-71F620D6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54F92-31F5-EFF4-E841-814AB0F8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18A46-D2D0-6437-A4AF-ABD0734E0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6D5181-3560-E8FF-1D97-D2BC25263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4ACC3-381D-9C0A-1866-E216BBAE5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8EB937-F6E2-4629-45A9-5965B6B61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4101B6-C0EF-6984-F39A-642745114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A3769-1344-E0E6-1B62-3056EE20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98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BBF9-503A-607B-7F5B-5D45D34AC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700AF-AF37-E589-D8B8-E83170ED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07B83-2FD3-333C-6CCB-FC2F3BEC3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750F7-B7EA-C573-9154-5D49086B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58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83B11-9E6C-F98C-CEFC-004F0F6C5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F879E-2E0B-2CE2-76A9-A19FD2DA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EE8FF-DE77-408B-2987-A5B5441E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33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61D6-7625-6AA4-8AE2-684A13A7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37869-BEF2-B639-0B3A-4E6F50E14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D9B6D-DC23-6C89-9D2F-77FBC9CAE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57688-2343-0B53-71CC-8EF466E9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1DC42-F7A8-40D8-A982-F9BCEF988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0A73F-73D8-20E3-AC8E-830BDB07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06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2C4D-7ED1-0027-DD9D-E646B235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6BF0C-0B54-A3C0-E664-E33E2A10A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55700-BD16-73EF-AADA-621A5AEE7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2BAA3-3637-0C24-6F13-843B3FE0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88A32-F2E1-836D-E69D-B5440739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A3E5E-895B-76BF-FE2F-7EC27C4CC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6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8B3AB-4A5A-0754-6554-B89BE1D3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93554-CF06-F7F4-C7FB-184200F9B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A2CF6-D3C4-6C6B-A49F-4A24228E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EC918-2DE0-5FE0-A45C-D98C9E58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6491D-88A1-7931-34F6-87063542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1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14197-60CA-6AEE-EE62-2A5F614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B7A1B-5C3A-AB7B-6724-4B576A8AC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E229E-B729-54CA-F407-A99B1A61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57ED8-38AD-20C7-5D9B-776F9672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DE571-35B6-8F05-A263-AC29C9C9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2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A5105-25C8-6DCD-24C6-998EDED8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20203-11CA-7786-7834-1266EF1B3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DE389-DA13-C3F0-C98C-97E263E21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24812-5FAD-4C7D-B05B-9A105FA1DEC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7C4C2-7ED6-119E-0DF7-6474A1558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B96D8-F1FD-B50F-564E-E2E36B656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243B5-944C-45A7-9B17-8CA256F4A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6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5E2B5F6D-A818-1C88-4A9D-0FD550023BA6}"/>
              </a:ext>
            </a:extLst>
          </p:cNvPr>
          <p:cNvGrpSpPr/>
          <p:nvPr/>
        </p:nvGrpSpPr>
        <p:grpSpPr>
          <a:xfrm>
            <a:off x="-11865264" y="-14323669"/>
            <a:ext cx="35641235" cy="35505337"/>
            <a:chOff x="-11865264" y="-14323669"/>
            <a:chExt cx="35641235" cy="35505337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28528FF-5E58-311D-88AE-D517C3E0E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1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8432079">
              <a:off x="-13057608" y="-13131325"/>
              <a:ext cx="35505337" cy="331206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A2F8E5A-EFA9-39AD-AAC0-90AF785C8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1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7930410">
              <a:off x="-8015078" y="-11914170"/>
              <a:ext cx="32895758" cy="30686341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DBA87A-B11D-E7C6-DAB6-1EE308A2978B}"/>
              </a:ext>
            </a:extLst>
          </p:cNvPr>
          <p:cNvGrpSpPr/>
          <p:nvPr/>
        </p:nvGrpSpPr>
        <p:grpSpPr>
          <a:xfrm>
            <a:off x="-15425334" y="-13131325"/>
            <a:ext cx="44235011" cy="33120650"/>
            <a:chOff x="-16600279" y="-13878809"/>
            <a:chExt cx="44235011" cy="33120650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505BD61-E220-D48D-DB9F-37C00F88D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1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687680">
              <a:off x="-7870605" y="-13878809"/>
              <a:ext cx="35505337" cy="3312065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CB4B74A-5A64-BDE3-A210-1590F2B57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1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3310396">
              <a:off x="-16600279" y="-12066571"/>
              <a:ext cx="32895758" cy="306863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5831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Tareq</dc:creator>
  <cp:lastModifiedBy>Ahmed Tareq</cp:lastModifiedBy>
  <cp:revision>3</cp:revision>
  <dcterms:created xsi:type="dcterms:W3CDTF">2026-06-29T18:06:52Z</dcterms:created>
  <dcterms:modified xsi:type="dcterms:W3CDTF">2026-06-29T21:37:35Z</dcterms:modified>
</cp:coreProperties>
</file>